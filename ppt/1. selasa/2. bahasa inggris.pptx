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wav" ContentType="audio/x-wav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26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159" d="100"/>
          <a:sy n="159" d="100"/>
        </p:scale>
        <p:origin x="180" y="14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notesMaster" Target="notesMasters/notesMaster1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viewProps" Target="view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presProps" Target="presProps.xml"/><Relationship Id="rId3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37A26ADE-86F7-4C7B-85C7-8BFFED46413B}" type="datetimeFigureOut">
              <a:rPr lang="en-US" smtClean="0"/>
              <a:t>4/27/2026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6C000152-5583-4B4B-A72B-EFD48442328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529198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E007BE5-C363-4DE7-B556-88329AAAAE6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80028BC3-4875-49E7-90FA-D9C7BF752CF5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3D0A0E3-1938-4E60-8F41-E56EDAA10D3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F2F3BDA-12C9-405F-A39D-DD075A1734CA}" type="datetimeFigureOut">
              <a:rPr lang="en-US" smtClean="0"/>
              <a:t>4/27/2026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0598C49-B2A3-4910-8FD1-4DDE78C159E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E498CA6-4D9D-41E5-B842-BE82353958F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A99E34E-CF29-4F60-A8D5-BD885A076C9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3804110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3AB795A-9C05-429A-BAD4-6E0ED92B91D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51CFBC1-335B-4881-BD15-71980DF5A55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8F5951B-787A-411A-9486-F0611F63982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F2F3BDA-12C9-405F-A39D-DD075A1734CA}" type="datetimeFigureOut">
              <a:rPr lang="en-US" smtClean="0"/>
              <a:t>4/27/2026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CCE8DA8-5B55-4D25-BC79-D2ED8561638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109E685-E88E-4BFE-9493-E14F034B371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A99E34E-CF29-4F60-A8D5-BD885A076C9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7388992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B260CCD-E9F7-4EBE-B13D-271C110F16A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D4A7280-D0BC-4081-87B9-59EACDDEB5C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BAC0A46-98D3-4BB7-AE36-70273B8D80C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F2F3BDA-12C9-405F-A39D-DD075A1734CA}" type="datetimeFigureOut">
              <a:rPr lang="en-US" smtClean="0"/>
              <a:t>4/27/2026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857F5DF-2B69-4C10-BA6B-52FFFCD615B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CA65E0C-1CFB-4C77-A49F-0C1AC8CE22D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A99E34E-CF29-4F60-A8D5-BD885A076C9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7449255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BA3C2DC-0A68-4A0E-90E6-5827139BC24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C1F6BEF-352A-4C04-BFB0-9AB40D1DCAD7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72E54223-080A-49D3-A5BC-BF77F15D620C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3B9719AF-E716-4983-8A4B-E4BAC5FC687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F2F3BDA-12C9-405F-A39D-DD075A1734CA}" type="datetimeFigureOut">
              <a:rPr lang="en-US" smtClean="0"/>
              <a:t>4/27/2026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9144867D-4E69-41CD-B5AB-72055069672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D6058735-92BB-4813-8B0E-FAAE3BBB9BC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A99E34E-CF29-4F60-A8D5-BD885A076C9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4375895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97C26C7-DB41-4EDB-9204-BFB848B8CCD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37B0027-F8B5-4704-8C0E-F28F9F3B478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521D8206-1B59-42B5-A7E4-8FA28156B72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7EBCD243-99CA-4EEA-9BDE-A45A792CC699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6A4903F6-4FF5-4359-913A-03F307923818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49990EEE-3DF4-457C-937A-08ACAAC1DFD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F2F3BDA-12C9-405F-A39D-DD075A1734CA}" type="datetimeFigureOut">
              <a:rPr lang="en-US" smtClean="0"/>
              <a:t>4/27/2026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403E84E1-8BB8-446E-A676-F09DB730E61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E5720FFE-283C-41FE-AD4B-693BA548CA5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A99E34E-CF29-4F60-A8D5-BD885A076C9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3575925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29598A4-5DD6-4CFD-A76D-86A5B91C22D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DE3E7DDB-3242-43C7-831F-A302A26DC8D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F2F3BDA-12C9-405F-A39D-DD075A1734CA}" type="datetimeFigureOut">
              <a:rPr lang="en-US" smtClean="0"/>
              <a:t>4/27/2026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D471AAC7-B4F7-43BB-8B2F-1514629E77F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968533C8-3FEE-4CE6-B32E-BDEA204B673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A99E34E-CF29-4F60-A8D5-BD885A076C9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9657498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73C6614B-67A5-4A42-8EAC-74AAA3F7F02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F2F3BDA-12C9-405F-A39D-DD075A1734CA}" type="datetimeFigureOut">
              <a:rPr lang="en-US" smtClean="0"/>
              <a:t>4/27/2026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B0B7AABB-A7B2-4746-9A10-86270A058A5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20A1FA0-9B09-4AA0-9437-375F7019E56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A99E34E-CF29-4F60-A8D5-BD885A076C9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0425878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CCB5EDB-5B34-48D1-B024-EEE7E895790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C34EBE6-79ED-4104-A7A7-34250F35FD3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212F64BE-DE7D-4F9B-A7FA-629CEE67D99D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3833EA3A-E261-4539-AA5B-CBF6D8EE14D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F2F3BDA-12C9-405F-A39D-DD075A1734CA}" type="datetimeFigureOut">
              <a:rPr lang="en-US" smtClean="0"/>
              <a:t>4/27/2026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8DC0BD8-A59C-4DC4-804A-985A3B74930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814ED5F4-463F-4777-8708-44DACE361D6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A99E34E-CF29-4F60-A8D5-BD885A076C9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865411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FFB75B5-9414-4CA1-B85B-EE168E8D2FE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E6C17BA1-9BD0-47F3-BD9F-7F5CCDD14D9A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F81AF111-2D7C-49C1-A65C-F56969E7873B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466689B0-D7A0-4A51-B10C-00B933050F9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F2F3BDA-12C9-405F-A39D-DD075A1734CA}" type="datetimeFigureOut">
              <a:rPr lang="en-US" smtClean="0"/>
              <a:t>4/27/2026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5519A2BA-FC67-472E-8AB3-681535B0768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1F96C94-6043-467D-8CE1-3756A0F0900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A99E34E-CF29-4F60-A8D5-BD885A076C9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115689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74063C7-F278-4665-B81C-E3BD7233DE1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9E23F397-E6CE-4B5E-ADDC-B8D04F1B5F72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1C99A1F-5003-4233-986E-D87E59B8EB2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F2F3BDA-12C9-405F-A39D-DD075A1734CA}" type="datetimeFigureOut">
              <a:rPr lang="en-US" smtClean="0"/>
              <a:t>4/27/2026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70919EC-35A3-4DC9-84AA-71A9BD63706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52C6455-BA9C-4DFE-A439-C71C1AA7A44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A99E34E-CF29-4F60-A8D5-BD885A076C9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197818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A4F00092-ABB6-4D2D-A859-2B992716E177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0CA3020D-C261-49AA-8D8B-989621F4E92E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728223C-8516-473A-8E3D-917FDE64A16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F2F3BDA-12C9-405F-A39D-DD075A1734CA}" type="datetimeFigureOut">
              <a:rPr lang="en-US" smtClean="0"/>
              <a:t>4/27/2026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1A8A467-0D41-4B91-96D7-B303C90DD04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2C2060F-F5F4-438F-8CF8-C629496FE6E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A99E34E-CF29-4F60-A8D5-BD885A076C9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272675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9DA0BD41-8F2A-4389-8870-A78D8003CA2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4D8636E-8F0E-4A1B-983B-1ECD5337DD8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CEF4A07-B362-44E3-839D-847E1885E610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F2F3BDA-12C9-405F-A39D-DD075A1734CA}" type="datetimeFigureOut">
              <a:rPr lang="en-US" smtClean="0"/>
              <a:t>4/27/2026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F27FB1B-9211-4D57-8D31-8C550D300EF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E5FD478-9ECA-47FF-80AA-7E1C56B3759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9A99E34E-CF29-4F60-A8D5-BD885A076C9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0566686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audio" Target="../media/audio1.wav"/><Relationship Id="rId1" Type="http://schemas.openxmlformats.org/officeDocument/2006/relationships/slideLayout" Target="../slideLayouts/slideLayout2.xml"/><Relationship Id="rId4" Type="http://schemas.openxmlformats.org/officeDocument/2006/relationships/audio" Target="../media/audio1.wav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audio" Target="../media/audio2.wav"/><Relationship Id="rId1" Type="http://schemas.openxmlformats.org/officeDocument/2006/relationships/slideLayout" Target="../slideLayouts/slideLayout2.xml"/><Relationship Id="rId4" Type="http://schemas.openxmlformats.org/officeDocument/2006/relationships/audio" Target="../media/audio2.wav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audio" Target="../media/audio2.wav"/><Relationship Id="rId1" Type="http://schemas.openxmlformats.org/officeDocument/2006/relationships/slideLayout" Target="../slideLayouts/slideLayout2.xml"/><Relationship Id="rId4" Type="http://schemas.openxmlformats.org/officeDocument/2006/relationships/audio" Target="../media/audio2.wav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audio" Target="../media/audio2.wav"/><Relationship Id="rId1" Type="http://schemas.openxmlformats.org/officeDocument/2006/relationships/slideLayout" Target="../slideLayouts/slideLayout2.xml"/><Relationship Id="rId4" Type="http://schemas.openxmlformats.org/officeDocument/2006/relationships/audio" Target="../media/audio2.wav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audio" Target="../media/audio2.wav"/><Relationship Id="rId1" Type="http://schemas.openxmlformats.org/officeDocument/2006/relationships/slideLayout" Target="../slideLayouts/slideLayout2.xml"/><Relationship Id="rId4" Type="http://schemas.openxmlformats.org/officeDocument/2006/relationships/audio" Target="../media/audio2.wav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audio" Target="../media/audio2.wav"/><Relationship Id="rId1" Type="http://schemas.openxmlformats.org/officeDocument/2006/relationships/slideLayout" Target="../slideLayouts/slideLayout2.xml"/><Relationship Id="rId4" Type="http://schemas.openxmlformats.org/officeDocument/2006/relationships/audio" Target="../media/audio2.wav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audio" Target="../media/audio2.wav"/><Relationship Id="rId1" Type="http://schemas.openxmlformats.org/officeDocument/2006/relationships/slideLayout" Target="../slideLayouts/slideLayout2.xml"/><Relationship Id="rId4" Type="http://schemas.openxmlformats.org/officeDocument/2006/relationships/audio" Target="../media/audio2.wav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audio" Target="../media/audio2.wav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audio" Target="../media/audio2.wav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audio" Target="../media/audio2.wav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audio" Target="../media/audio2.wav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audio" Target="../media/audio2.wav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audio" Target="../media/audio2.wav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audio" Target="../media/audio2.wav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audio" Target="../media/audio2.wav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audio" Target="../media/audio2.wav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audio" Target="../media/audio2.wav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audio" Target="../media/audio2.wav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audio" Target="../media/audio2.wav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audio" Target="../media/audio2.wav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audio" Target="../media/audio2.wav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audio" Target="../media/audio2.wav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audio" Target="../media/audio2.wav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EDBDB34-06F2-4CFB-A31B-88E81790D294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>
            <a:noAutofit/>
          </a:bodyPr>
          <a:lstStyle/>
          <a:p>
            <a:r>
              <a:rPr lang="en-US" sz="10300" dirty="0"/>
              <a:t>Bahasa </a:t>
            </a:r>
            <a:r>
              <a:rPr lang="en-US" sz="10300" dirty="0" err="1"/>
              <a:t>Inggris</a:t>
            </a:r>
            <a:endParaRPr lang="en-US" sz="10300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61FC90A-1865-48AD-A793-3D3B209EF332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 dirty="0"/>
              <a:t>Are You Ready?</a:t>
            </a:r>
          </a:p>
        </p:txBody>
      </p:sp>
    </p:spTree>
    <p:extLst>
      <p:ext uri="{BB962C8B-B14F-4D97-AF65-F5344CB8AC3E}">
        <p14:creationId xmlns:p14="http://schemas.microsoft.com/office/powerpoint/2010/main" val="231310983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105A310-F6C9-42C5-8659-4F56739BAEC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5071AE1-689D-47F9-8C68-7357761CD9C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E28C3279-81C0-4E4E-AF38-FBD766A622B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315435"/>
            <a:ext cx="12192000" cy="622712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8859924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 advTm="30000">
        <p:sndAc>
          <p:stSnd>
            <p:snd r:embed="rId2" name="explode.wav"/>
          </p:stSnd>
        </p:sndAc>
      </p:transition>
    </mc:Choice>
    <mc:Fallback xmlns="">
      <p:transition advTm="30000">
        <p:sndAc>
          <p:stSnd>
            <p:snd r:embed="rId4" name="explode.wav"/>
          </p:stSnd>
        </p:sndAc>
      </p:transition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105A310-F6C9-42C5-8659-4F56739BAEC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5071AE1-689D-47F9-8C68-7357761CD9C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EE3EE8FA-14BE-4D91-8B77-D6FE2458DAE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2253039"/>
            <a:ext cx="12192000" cy="235192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4570089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 advTm="30000">
        <p:sndAc>
          <p:stSnd>
            <p:snd r:embed="rId2" name="click.wav"/>
          </p:stSnd>
        </p:sndAc>
      </p:transition>
    </mc:Choice>
    <mc:Fallback xmlns="">
      <p:transition advTm="30000">
        <p:sndAc>
          <p:stSnd>
            <p:snd r:embed="rId4" name="click.wav"/>
          </p:stSnd>
        </p:sndAc>
      </p:transition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105A310-F6C9-42C5-8659-4F56739BAEC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5071AE1-689D-47F9-8C68-7357761CD9C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0CF655D1-F8ED-4623-B120-D5104B8856A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2065358"/>
            <a:ext cx="12192000" cy="272728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0750615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 advTm="30000">
        <p:sndAc>
          <p:stSnd>
            <p:snd r:embed="rId2" name="click.wav"/>
          </p:stSnd>
        </p:sndAc>
      </p:transition>
    </mc:Choice>
    <mc:Fallback xmlns="">
      <p:transition advTm="30000">
        <p:sndAc>
          <p:stSnd>
            <p:snd r:embed="rId4" name="click.wav"/>
          </p:stSnd>
        </p:sndAc>
      </p:transition>
    </mc:Fallback>
  </mc:AlternateConten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105A310-F6C9-42C5-8659-4F56739BAEC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5071AE1-689D-47F9-8C68-7357761CD9C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916F39F9-9119-4307-86D0-A698676FF87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503867"/>
            <a:ext cx="12192000" cy="585026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313855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 advTm="30000">
        <p:sndAc>
          <p:stSnd>
            <p:snd r:embed="rId2" name="click.wav"/>
          </p:stSnd>
        </p:sndAc>
      </p:transition>
    </mc:Choice>
    <mc:Fallback xmlns="">
      <p:transition advTm="30000">
        <p:sndAc>
          <p:stSnd>
            <p:snd r:embed="rId4" name="click.wav"/>
          </p:stSnd>
        </p:sndAc>
      </p:transition>
    </mc:Fallback>
  </mc:AlternateContent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105A310-F6C9-42C5-8659-4F56739BAEC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5071AE1-689D-47F9-8C68-7357761CD9C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4A7A2B00-29E0-4AE6-BB82-CE22CABFB5D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3028423"/>
            <a:ext cx="12192000" cy="80115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2083945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 advTm="30000">
        <p:sndAc>
          <p:stSnd>
            <p:snd r:embed="rId2" name="click.wav"/>
          </p:stSnd>
        </p:sndAc>
      </p:transition>
    </mc:Choice>
    <mc:Fallback xmlns="">
      <p:transition advTm="30000">
        <p:sndAc>
          <p:stSnd>
            <p:snd r:embed="rId4" name="click.wav"/>
          </p:stSnd>
        </p:sndAc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105A310-F6C9-42C5-8659-4F56739BAEC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5071AE1-689D-47F9-8C68-7357761CD9C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140B21DB-1DAE-43E4-BBD2-29798F34353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2307940"/>
            <a:ext cx="12192000" cy="224212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7273066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 advTm="30000">
        <p:sndAc>
          <p:stSnd>
            <p:snd r:embed="rId2" name="click.wav"/>
          </p:stSnd>
        </p:sndAc>
      </p:transition>
    </mc:Choice>
    <mc:Fallback xmlns="">
      <p:transition advTm="30000">
        <p:sndAc>
          <p:stSnd>
            <p:snd r:embed="rId4" name="click.wav"/>
          </p:stSnd>
        </p:sndAc>
      </p:transition>
    </mc:Fallback>
  </mc:AlternateContent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105A310-F6C9-42C5-8659-4F56739BAEC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5071AE1-689D-47F9-8C68-7357761CD9C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B6566665-059C-422D-99FE-B9214AAEF74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0678" y="0"/>
            <a:ext cx="12130644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3964962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 advTm="30000">
        <p:sndAc>
          <p:stSnd>
            <p:snd r:embed="rId2" name="click.wav"/>
          </p:stSnd>
        </p:sndAc>
      </p:transition>
    </mc:Choice>
    <mc:Fallback xmlns="">
      <p:transition advTm="30000">
        <p:sndAc>
          <p:stSnd>
            <p:snd r:embed="rId4" name="click.wav"/>
          </p:stSnd>
        </p:sndAc>
      </p:transition>
    </mc:Fallback>
  </mc:AlternateContent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105A310-F6C9-42C5-8659-4F56739BAEC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5071AE1-689D-47F9-8C68-7357761CD9C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E39B1722-6646-47C6-888E-7AA45EA0DB0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2419818"/>
            <a:ext cx="12192000" cy="201836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61427931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10" advTm="30000">
        <p:sndAc>
          <p:stSnd>
            <p:snd r:embed="rId2" name="click.wav"/>
          </p:stSnd>
        </p:sndAc>
      </p:transition>
    </mc:Choice>
    <mc:Fallback>
      <p:transition advTm="30000">
        <p:sndAc>
          <p:stSnd>
            <p:snd r:embed="rId2" name="click.wav"/>
          </p:stSnd>
        </p:sndAc>
      </p:transition>
    </mc:Fallback>
  </mc:AlternateContent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105A310-F6C9-42C5-8659-4F56739BAEC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5071AE1-689D-47F9-8C68-7357761CD9C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F5D3D4EF-288A-4CED-8F3B-E361D5F80D3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2834040"/>
            <a:ext cx="12192000" cy="118991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89821031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10" advTm="30000">
        <p:sndAc>
          <p:stSnd>
            <p:snd r:embed="rId2" name="click.wav"/>
          </p:stSnd>
        </p:sndAc>
      </p:transition>
    </mc:Choice>
    <mc:Fallback>
      <p:transition advTm="30000">
        <p:sndAc>
          <p:stSnd>
            <p:snd r:embed="rId2" name="click.wav"/>
          </p:stSnd>
        </p:sndAc>
      </p:transition>
    </mc:Fallback>
  </mc:AlternateContent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105A310-F6C9-42C5-8659-4F56739BAEC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5071AE1-689D-47F9-8C68-7357761CD9C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31D29AC4-59D7-4D7F-A092-F7990C41121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2473948"/>
            <a:ext cx="12192000" cy="191010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59869011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10" advTm="30000">
        <p:sndAc>
          <p:stSnd>
            <p:snd r:embed="rId2" name="click.wav"/>
          </p:stSnd>
        </p:sndAc>
      </p:transition>
    </mc:Choice>
    <mc:Fallback>
      <p:transition advTm="30000">
        <p:sndAc>
          <p:stSnd>
            <p:snd r:embed="rId2" name="click.wav"/>
          </p:stSnd>
        </p:sndAc>
      </p:transition>
    </mc:Fallback>
  </mc:AlternateContent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105A310-F6C9-42C5-8659-4F56739BAEC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5071AE1-689D-47F9-8C68-7357761CD9C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F2D6AAC1-9489-458D-9DED-176C9DA4C0A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328354"/>
            <a:ext cx="12192000" cy="620129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78766007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10" advTm="30000">
        <p:sndAc>
          <p:stSnd>
            <p:snd r:embed="rId2" name="click.wav"/>
          </p:stSnd>
        </p:sndAc>
      </p:transition>
    </mc:Choice>
    <mc:Fallback>
      <p:transition advTm="30000">
        <p:sndAc>
          <p:stSnd>
            <p:snd r:embed="rId2" name="click.wav"/>
          </p:stSnd>
        </p:sndAc>
      </p:transition>
    </mc:Fallback>
  </mc:AlternateContent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105A310-F6C9-42C5-8659-4F56739BAEC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5071AE1-689D-47F9-8C68-7357761CD9C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492D5DDB-7223-4407-8591-7DCF0B339E8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1810047"/>
            <a:ext cx="12192000" cy="323790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50544305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10" advTm="30000">
        <p:sndAc>
          <p:stSnd>
            <p:snd r:embed="rId2" name="click.wav"/>
          </p:stSnd>
        </p:sndAc>
      </p:transition>
    </mc:Choice>
    <mc:Fallback>
      <p:transition advTm="30000">
        <p:sndAc>
          <p:stSnd>
            <p:snd r:embed="rId2" name="click.wav"/>
          </p:stSnd>
        </p:sndAc>
      </p:transition>
    </mc:Fallback>
  </mc:AlternateContent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105A310-F6C9-42C5-8659-4F56739BAEC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5071AE1-689D-47F9-8C68-7357761CD9C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88CDF581-210B-4CAA-B8DE-30CE4909E2A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2655414"/>
            <a:ext cx="12192000" cy="154717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44776585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10" advTm="30000">
        <p:sndAc>
          <p:stSnd>
            <p:snd r:embed="rId2" name="click.wav"/>
          </p:stSnd>
        </p:sndAc>
      </p:transition>
    </mc:Choice>
    <mc:Fallback>
      <p:transition advTm="30000">
        <p:sndAc>
          <p:stSnd>
            <p:snd r:embed="rId2" name="click.wav"/>
          </p:stSnd>
        </p:sndAc>
      </p:transition>
    </mc:Fallback>
  </mc:AlternateContent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105A310-F6C9-42C5-8659-4F56739BAEC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5071AE1-689D-47F9-8C68-7357761CD9C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A9547F1D-841A-4D5B-AD94-5A4E1F02667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695164"/>
            <a:ext cx="12192000" cy="546767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85876683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10" advTm="30000">
        <p:sndAc>
          <p:stSnd>
            <p:snd r:embed="rId2" name="click.wav"/>
          </p:stSnd>
        </p:sndAc>
      </p:transition>
    </mc:Choice>
    <mc:Fallback>
      <p:transition advTm="30000">
        <p:sndAc>
          <p:stSnd>
            <p:snd r:embed="rId2" name="click.wav"/>
          </p:stSnd>
        </p:sndAc>
      </p:transition>
    </mc:Fallback>
  </mc:AlternateContent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105A310-F6C9-42C5-8659-4F56739BAEC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5071AE1-689D-47F9-8C68-7357761CD9C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69C453C4-3E7C-41EA-8F44-F4F436885E2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2252228"/>
            <a:ext cx="12192000" cy="235354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85537374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10" advTm="30000">
        <p:sndAc>
          <p:stSnd>
            <p:snd r:embed="rId2" name="click.wav"/>
          </p:stSnd>
        </p:sndAc>
      </p:transition>
    </mc:Choice>
    <mc:Fallback>
      <p:transition advTm="30000">
        <p:sndAc>
          <p:stSnd>
            <p:snd r:embed="rId2" name="click.wav"/>
          </p:stSnd>
        </p:sndAc>
      </p:transition>
    </mc:Fallback>
  </mc:AlternateContent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105A310-F6C9-42C5-8659-4F56739BAEC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5071AE1-689D-47F9-8C68-7357761CD9C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BBA3A20E-D483-4CB3-B2ED-0ED7CF6FAF5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1828452"/>
            <a:ext cx="12192000" cy="320109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78693084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10" advTm="30000">
        <p:sndAc>
          <p:stSnd>
            <p:snd r:embed="rId2" name="click.wav"/>
          </p:stSnd>
        </p:sndAc>
      </p:transition>
    </mc:Choice>
    <mc:Fallback>
      <p:transition advTm="30000">
        <p:sndAc>
          <p:stSnd>
            <p:snd r:embed="rId2" name="click.wav"/>
          </p:stSnd>
        </p:sndAc>
      </p:transition>
    </mc:Fallback>
  </mc:AlternateContent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105A310-F6C9-42C5-8659-4F56739BAEC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5071AE1-689D-47F9-8C68-7357761CD9C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EEF54B02-15E3-4E89-A6AC-235C9EE541A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1733608"/>
            <a:ext cx="12192000" cy="339078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54110248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10" advTm="30000">
        <p:sndAc>
          <p:stSnd>
            <p:snd r:embed="rId2" name="click.wav"/>
          </p:stSnd>
        </p:sndAc>
      </p:transition>
    </mc:Choice>
    <mc:Fallback>
      <p:transition advTm="30000">
        <p:sndAc>
          <p:stSnd>
            <p:snd r:embed="rId2" name="click.wav"/>
          </p:stSnd>
        </p:sndAc>
      </p:transition>
    </mc:Fallback>
  </mc:AlternateContent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105A310-F6C9-42C5-8659-4F56739BAEC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5071AE1-689D-47F9-8C68-7357761CD9C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22EA1DAB-C8D7-4B0C-B588-A002BC2C2DB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96323" y="0"/>
            <a:ext cx="11199354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50934243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10" advTm="30000">
        <p:sndAc>
          <p:stSnd>
            <p:snd r:embed="rId2" name="click.wav"/>
          </p:stSnd>
        </p:sndAc>
      </p:transition>
    </mc:Choice>
    <mc:Fallback>
      <p:transition advTm="30000">
        <p:sndAc>
          <p:stSnd>
            <p:snd r:embed="rId2" name="click.wav"/>
          </p:stSnd>
        </p:sndAc>
      </p:transition>
    </mc:Fallback>
  </mc:AlternateContent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105A310-F6C9-42C5-8659-4F56739BAEC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5071AE1-689D-47F9-8C68-7357761CD9C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FEE9F11D-2732-4D4E-94C5-328D5AC600E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2081321"/>
            <a:ext cx="12192000" cy="269535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01951626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10" advTm="30000">
        <p:sndAc>
          <p:stSnd>
            <p:snd r:embed="rId2" name="click.wav"/>
          </p:stSnd>
        </p:sndAc>
      </p:transition>
    </mc:Choice>
    <mc:Fallback>
      <p:transition advTm="30000">
        <p:sndAc>
          <p:stSnd>
            <p:snd r:embed="rId2" name="click.wav"/>
          </p:stSnd>
        </p:sndAc>
      </p:transition>
    </mc:Fallback>
  </mc:AlternateContent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105A310-F6C9-42C5-8659-4F56739BAEC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5071AE1-689D-47F9-8C68-7357761CD9C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EF539032-E37E-4AC5-B8F8-F262F10A495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2637707"/>
            <a:ext cx="12192000" cy="158258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58196873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10" advTm="30000">
        <p:sndAc>
          <p:stSnd>
            <p:snd r:embed="rId2" name="click.wav"/>
          </p:stSnd>
        </p:sndAc>
      </p:transition>
    </mc:Choice>
    <mc:Fallback>
      <p:transition advTm="30000">
        <p:sndAc>
          <p:stSnd>
            <p:snd r:embed="rId2" name="click.wav"/>
          </p:stSnd>
        </p:sndAc>
      </p:transition>
    </mc:Fallback>
  </mc:AlternateContent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105A310-F6C9-42C5-8659-4F56739BAEC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5071AE1-689D-47F9-8C68-7357761CD9C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76CD52A4-D92C-4C98-92EC-3F66E241BAB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2531139"/>
            <a:ext cx="12192000" cy="179572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10972615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10" advTm="30000">
        <p:sndAc>
          <p:stSnd>
            <p:snd r:embed="rId2" name="click.wav"/>
          </p:stSnd>
        </p:sndAc>
      </p:transition>
    </mc:Choice>
    <mc:Fallback>
      <p:transition advTm="30000">
        <p:sndAc>
          <p:stSnd>
            <p:snd r:embed="rId2" name="click.wav"/>
          </p:stSnd>
        </p:sndAc>
      </p:transition>
    </mc:Fallback>
  </mc:AlternateContent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105A310-F6C9-42C5-8659-4F56739BAEC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5071AE1-689D-47F9-8C68-7357761CD9C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43E17AE0-75B6-42F7-851E-B04744E0CC2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2745" y="0"/>
            <a:ext cx="1132651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29603150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10" advTm="30000">
        <p:sndAc>
          <p:stSnd>
            <p:snd r:embed="rId2" name="click.wav"/>
          </p:stSnd>
        </p:sndAc>
      </p:transition>
    </mc:Choice>
    <mc:Fallback>
      <p:transition advTm="30000">
        <p:sndAc>
          <p:stSnd>
            <p:snd r:embed="rId2" name="click.wav"/>
          </p:stSnd>
        </p:sndAc>
      </p:transition>
    </mc:Fallback>
  </mc:AlternateContent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105A310-F6C9-42C5-8659-4F56739BAEC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5071AE1-689D-47F9-8C68-7357761CD9C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66016363-2A58-4642-BCEC-0B711A8FF28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2299447"/>
            <a:ext cx="12192000" cy="225910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64434029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10" advTm="30000">
        <p:sndAc>
          <p:stSnd>
            <p:snd r:embed="rId2" name="click.wav"/>
          </p:stSnd>
        </p:sndAc>
      </p:transition>
    </mc:Choice>
    <mc:Fallback>
      <p:transition advTm="30000">
        <p:sndAc>
          <p:stSnd>
            <p:snd r:embed="rId2" name="click.wav"/>
          </p:stSnd>
        </p:sndAc>
      </p:transition>
    </mc:Fallback>
  </mc:AlternateContent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101</TotalTime>
  <Words>6</Words>
  <Application>Microsoft Office PowerPoint</Application>
  <PresentationFormat>Widescreen</PresentationFormat>
  <Paragraphs>2</Paragraphs>
  <Slides>24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24</vt:i4>
      </vt:variant>
    </vt:vector>
  </HeadingPairs>
  <TitlesOfParts>
    <vt:vector size="28" baseType="lpstr">
      <vt:lpstr>Arial</vt:lpstr>
      <vt:lpstr>Calibri</vt:lpstr>
      <vt:lpstr>Calibri Light</vt:lpstr>
      <vt:lpstr>Office Theme</vt:lpstr>
      <vt:lpstr>Bahasa Inggris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Matematika</dc:title>
  <dc:creator>123</dc:creator>
  <cp:lastModifiedBy>123</cp:lastModifiedBy>
  <cp:revision>53</cp:revision>
  <dcterms:created xsi:type="dcterms:W3CDTF">2026-04-27T06:14:16Z</dcterms:created>
  <dcterms:modified xsi:type="dcterms:W3CDTF">2026-04-27T08:00:40Z</dcterms:modified>
</cp:coreProperties>
</file>