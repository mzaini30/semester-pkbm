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26ADE-86F7-4C7B-85C7-8BFFED46413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0152-5583-4B4B-A72B-EFD48442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7BE5-C363-4DE7-B556-88329AAA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28BC3-4875-49E7-90FA-D9C7BF75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A0E3-1938-4E60-8F41-E56EDAA1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8C49-B2A3-4910-8FD1-4DDE78C1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8CA6-4D9D-41E5-B842-BE823539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95A-9C05-429A-BAD4-6E0ED92B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FBC1-335B-4881-BD15-71980DF5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951B-787A-411A-9486-F0611F63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8DA8-5B55-4D25-BC79-D2ED8561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E685-E88E-4BFE-9493-E14F034B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0CCD-E9F7-4EBE-B13D-271C110F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7280-D0BC-4081-87B9-59EACDDE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0A46-98D3-4BB7-AE36-70273B8D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F5DF-2B69-4C10-BA6B-52FFFCD6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5E0C-1CFB-4C77-A49F-0C1AC8C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9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C2DC-0A68-4A0E-90E6-5827139B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6BEF-352A-4C04-BFB0-9AB40D1DC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4223-080A-49D3-A5BC-BF77F15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719AF-E716-4983-8A4B-E4BAC5F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4867D-4E69-41CD-B5AB-7205506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58735-92BB-4813-8B0E-FAAE3BBB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5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26C7-DB41-4EDB-9204-BFB848B8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B0027-F8B5-4704-8C0E-F28F9F3B4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8206-1B59-42B5-A7E4-8FA28156B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CD243-99CA-4EEA-9BDE-A45A792C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903F6-4FF5-4359-913A-03F307923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0EEE-3DF4-457C-937A-08ACAAC1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84E1-8BB8-446E-A676-F09DB730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20FFE-283C-41FE-AD4B-693BA548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98A4-5DD6-4CFD-A76D-86A5B91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E7DDB-3242-43C7-831F-A302A26D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AAC7-B4F7-43BB-8B2F-1514629E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33C8-3FEE-4CE6-B32E-BDEA204B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7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6614B-67A5-4A42-8EAC-74AAA3F7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AABB-A7B2-4746-9A10-86270A05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1FA0-9B09-4AA0-9437-375F7019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5EDB-5B34-48D1-B024-EEE7E895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EBE6-79ED-4104-A7A7-34250F35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F64BE-DE7D-4F9B-A7FA-629CEE67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3EA3A-E261-4539-AA5B-CBF6D8EE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0BD8-A59C-4DC4-804A-985A3B74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D5F4-463F-4777-8708-44DACE36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75B5-9414-4CA1-B85B-EE168E8D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17BA1-9BD0-47F3-BD9F-7F5CCDD1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AF111-2D7C-49C1-A65C-F56969E78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89B0-D7A0-4A51-B10C-00B93305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A2BA-FC67-472E-8AB3-681535B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96C94-6043-467D-8CE1-3756A0F0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63C7-F278-4665-B81C-E3BD7233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F397-E6CE-4B5E-ADDC-B8D04F1B5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99A1F-5003-4233-986E-D87E59B8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19EC-35A3-4DC9-84AA-71A9BD63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6455-BA9C-4DFE-A439-C71C1AA7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00092-ABB6-4D2D-A859-2B992716E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3020D-C261-49AA-8D8B-989621F4E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223C-8516-473A-8E3D-917FDE64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8A467-0D41-4B91-96D7-B303C90D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2060F-F5F4-438F-8CF8-C629496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BD41-8F2A-4389-8870-A78D8003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8636E-8F0E-4A1B-983B-1ECD5337D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4A07-B362-44E3-839D-847E1885E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FB1B-9211-4D57-8D31-8C550D300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D478-9ECA-47FF-80AA-7E1C56B37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DB34-06F2-4CFB-A31B-88E81790D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0300" dirty="0"/>
              <a:t>Bahasa </a:t>
            </a:r>
            <a:r>
              <a:rPr lang="en-US" sz="10300" dirty="0" err="1"/>
              <a:t>Inggris</a:t>
            </a:r>
            <a:endParaRPr lang="en-US" sz="10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FC90A-1865-48AD-A793-3D3B209EF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Are You Ready?</a:t>
            </a:r>
          </a:p>
        </p:txBody>
      </p:sp>
    </p:spTree>
    <p:extLst>
      <p:ext uri="{BB962C8B-B14F-4D97-AF65-F5344CB8AC3E}">
        <p14:creationId xmlns:p14="http://schemas.microsoft.com/office/powerpoint/2010/main" val="231310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8C3279-81C0-4E4E-AF38-FBD766A62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435"/>
            <a:ext cx="12192000" cy="62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9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explode.wav"/>
          </p:stSnd>
        </p:sndAc>
      </p:transition>
    </mc:Choice>
    <mc:Fallback xmlns="">
      <p:transition advTm="30000">
        <p:sndAc>
          <p:stSnd>
            <p:snd r:embed="rId4" name="explod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EE8FA-14BE-4D91-8B77-D6FE2458D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3039"/>
            <a:ext cx="12192000" cy="23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655D1-F8ED-4623-B120-D5104B885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5358"/>
            <a:ext cx="12192000" cy="272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F39F9-9119-4307-86D0-A698676FF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3867"/>
            <a:ext cx="12192000" cy="585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A2B00-29E0-4AE6-BB82-CE22CABF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8423"/>
            <a:ext cx="12192000" cy="80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3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B21DB-1DAE-43E4-BBD2-29798F34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7940"/>
            <a:ext cx="12192000" cy="224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3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66665-059C-422D-99FE-B9214AAE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8" y="0"/>
            <a:ext cx="12130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4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B1722-6646-47C6-888E-7AA45EA0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9818"/>
            <a:ext cx="12192000" cy="20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2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3D4EF-288A-4CED-8F3B-E361D5F80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4040"/>
            <a:ext cx="12192000" cy="118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2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29AC4-59D7-4D7F-A092-F7990C411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3948"/>
            <a:ext cx="12192000" cy="191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6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6AAC1-9489-458D-9DED-176C9DA4C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354"/>
            <a:ext cx="12192000" cy="620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6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D5DDB-7223-4407-8591-7DCF0B339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047"/>
            <a:ext cx="12192000" cy="323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4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DF581-210B-4CAA-B8DE-30CE4909E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5414"/>
            <a:ext cx="12192000" cy="15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7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47F1D-841A-4D5B-AD94-5A4E1F026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5164"/>
            <a:ext cx="12192000" cy="546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7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453C4-3E7C-41EA-8F44-F4F436885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2228"/>
            <a:ext cx="12192000" cy="23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3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3A20E-D483-4CB3-B2ED-0ED7CF6FA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452"/>
            <a:ext cx="12192000" cy="320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9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54B02-15E3-4E89-A6AC-235C9EE5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3608"/>
            <a:ext cx="12192000" cy="339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A1DAB-C8D7-4B0C-B588-A002BC2C2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23" y="0"/>
            <a:ext cx="11199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9F11D-2732-4D4E-94C5-328D5AC60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1321"/>
            <a:ext cx="12192000" cy="269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5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39032-E37E-4AC5-B8F8-F262F10A4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7707"/>
            <a:ext cx="12192000" cy="158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9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D52A4-D92C-4C98-92EC-3F66E241B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1139"/>
            <a:ext cx="12192000" cy="179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7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17AE0-75B6-42F7-851E-B04744E0C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45" y="0"/>
            <a:ext cx="11326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0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16363-2A58-4642-BCEC-0B711A8FF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9447"/>
            <a:ext cx="12192000" cy="225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3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C333-A452-D2CD-0348-AB03B405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69F59-A867-4E7C-5F42-4D35D0F1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24E951-6124-4ACF-C780-ECD7E9F21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49192"/>
            <a:ext cx="10515600" cy="215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8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4014-7BC1-45A2-B74C-75E660FD9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B16A-CA42-0FF5-F60A-158F520C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E60EE0-1ECE-0B4E-8FA2-CD7467BD9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51" y="2528762"/>
            <a:ext cx="965969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61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A8A7-FEAE-F4C3-7C66-4F092324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A494-DF46-95C2-D2D1-3556250C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BA10F2-AF55-5CAA-171B-97225CDFE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889" y="2262024"/>
            <a:ext cx="8040222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80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326B-290B-0899-E5A3-1BD70F33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BCFD-EE06-7E54-02A3-DCD3378A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7845C8-6995-3A34-DD22-6882634DF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973" y="1253331"/>
            <a:ext cx="62560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2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4357-C709-D15A-AD76-E5935359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FF74-7BBA-7A4E-F872-E8D6BC2E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A123EA-7497-342C-3384-E44C301E3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88" y="2257261"/>
            <a:ext cx="9669224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83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A75A-016D-1F62-6572-084A9CE4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53C8-8A79-F5A8-B1B9-592F772C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107622-BEB5-43D5-3A51-C3BAD90DE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" y="2395393"/>
            <a:ext cx="1005027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79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8745-7777-0BB2-A9F9-CC8FF2F7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DBBB-0AA1-D4E2-E2A4-7B7D262F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33C4F1-115A-CB71-F175-30BC0D4ED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35" y="2724051"/>
            <a:ext cx="9164329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82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82DB-27E6-4F70-9CF5-5AD6E60C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069E-CF5A-2E15-D53E-5FEA8B5B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A24B73-F0D6-0F29-672C-739DEE22C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34" y="2333472"/>
            <a:ext cx="1043133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9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B689-18F3-5B8C-5F6D-C869C2F0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08A7-FF90-E03F-C0AB-5C73CF4E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833AF6-CBF1-99CB-939C-CD8EDF66C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35396"/>
            <a:ext cx="10515600" cy="41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02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D088-2BC4-913D-5BC2-C06ED967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DB54-BA4B-1D51-49D5-6A3CB60C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01F1F0-5E6C-53E6-F23F-4FEFD7106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51707"/>
            <a:ext cx="10515600" cy="255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70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ED5D-0523-AB50-098A-F6C89C66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028262-A3D2-E267-AABE-65D9E7DE0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13" y="2181051"/>
            <a:ext cx="1019317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1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ED2F-43EE-8754-5275-9CA7B63FC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4BA67-9837-DFCF-A6C3-CA3ADF834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347"/>
            <a:ext cx="12192000" cy="638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4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BB71-E854-9A76-0ABE-C4A0A2CE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68FFAD-2C45-8AD9-A2AB-077261F26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34" y="2309656"/>
            <a:ext cx="11155332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33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B6460-880A-F51E-D543-ABC378D8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1F215-514F-A21A-9A38-1E9B6EBA1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92" y="2052445"/>
            <a:ext cx="1013601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73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9E07-46D0-C125-34D6-0CFB918D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3D0E50-3828-4514-6713-A031ABB94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7437"/>
            <a:ext cx="12192000" cy="320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98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562B-65ED-730A-1F52-4809CABE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E62D3-8BF7-9C42-FBB6-7A2A5FBA7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8429"/>
            <a:ext cx="12192000" cy="298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99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56AC-C439-8E4E-6156-288EEA4F2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E47BE4-F9F4-2811-08A1-7AC6BB686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03" y="0"/>
            <a:ext cx="8988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61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EF9D-805A-6202-AA50-B3DA106C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1EB2C-5DE7-D5D6-ACAA-B42AC8C46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05" y="1814287"/>
            <a:ext cx="7992590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2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</Words>
  <Application>Microsoft Office PowerPoint</Application>
  <PresentationFormat>Widescreen</PresentationFormat>
  <Paragraphs>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Bahasa Inggris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</dc:title>
  <dc:creator>123</dc:creator>
  <cp:lastModifiedBy>emhatek</cp:lastModifiedBy>
  <cp:revision>55</cp:revision>
  <dcterms:created xsi:type="dcterms:W3CDTF">2026-04-27T06:14:16Z</dcterms:created>
  <dcterms:modified xsi:type="dcterms:W3CDTF">2026-04-27T08:38:39Z</dcterms:modified>
</cp:coreProperties>
</file>