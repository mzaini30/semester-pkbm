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9" d="100"/>
          <a:sy n="159" d="100"/>
        </p:scale>
        <p:origin x="18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A26ADE-86F7-4C7B-85C7-8BFFED46413B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000152-5583-4B4B-A72B-EFD484423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91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07BE5-C363-4DE7-B556-88329AAAAE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028BC3-4875-49E7-90FA-D9C7BF752C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D0A0E3-1938-4E60-8F41-E56EDAA10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598C49-B2A3-4910-8FD1-4DDE78C15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498CA6-4D9D-41E5-B842-BE8235395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04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B795A-9C05-429A-BAD4-6E0ED92B9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CFBC1-335B-4881-BD15-71980DF5A5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5951B-787A-411A-9486-F0611F639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CE8DA8-5B55-4D25-BC79-D2ED85616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9E685-E88E-4BFE-9493-E14F034B3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88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60CCD-E9F7-4EBE-B13D-271C110F1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4A7280-D0BC-4081-87B9-59EACDDEB5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AC0A46-98D3-4BB7-AE36-70273B8D8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7F5DF-2B69-4C10-BA6B-52FFFCD61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65E0C-1CFB-4C77-A49F-0C1AC8CE2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492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3C2DC-0A68-4A0E-90E6-5827139BC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F6BEF-352A-4C04-BFB0-9AB40D1DCA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E54223-080A-49D3-A5BC-BF77F15D62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9719AF-E716-4983-8A4B-E4BAC5FC6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44867D-4E69-41CD-B5AB-720550696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058735-92BB-4813-8B0E-FAAE3BBB9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758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C26C7-DB41-4EDB-9204-BFB848B8C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7B0027-F8B5-4704-8C0E-F28F9F3B47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1D8206-1B59-42B5-A7E4-8FA28156B7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BCD243-99CA-4EEA-9BDE-A45A792CC6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4903F6-4FF5-4359-913A-03F3079238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990EEE-3DF4-457C-937A-08ACAAC1D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3E84E1-8BB8-446E-A676-F09DB730E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720FFE-283C-41FE-AD4B-693BA548C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59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598A4-5DD6-4CFD-A76D-86A5B91C2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3E7DDB-3242-43C7-831F-A302A26DC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1AAC7-B4F7-43BB-8B2F-1514629E7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8533C8-3FEE-4CE6-B32E-BDEA204B6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574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C6614B-67A5-4A42-8EAC-74AAA3F7F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B7AABB-A7B2-4746-9A10-86270A058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0A1FA0-9B09-4AA0-9437-375F7019E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258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B5EDB-5B34-48D1-B024-EEE7E8957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34EBE6-79ED-4104-A7A7-34250F35FD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2F64BE-DE7D-4F9B-A7FA-629CEE67D9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33EA3A-E261-4539-AA5B-CBF6D8EE1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C0BD8-A59C-4DC4-804A-985A3B749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4ED5F4-463F-4777-8708-44DACE361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54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B75B5-9414-4CA1-B85B-EE168E8D2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C17BA1-9BD0-47F3-BD9F-7F5CCDD14D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1AF111-2D7C-49C1-A65C-F56969E787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6689B0-D7A0-4A51-B10C-00B933050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19A2BA-FC67-472E-8AB3-681535B07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F96C94-6043-467D-8CE1-3756A0F09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156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063C7-F278-4665-B81C-E3BD7233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3F397-E6CE-4B5E-ADDC-B8D04F1B5F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99A1F-5003-4233-986E-D87E59B8E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0919EC-35A3-4DC9-84AA-71A9BD637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2C6455-BA9C-4DFE-A439-C71C1AA7A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78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F00092-ABB6-4D2D-A859-2B992716E1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A3020D-C261-49AA-8D8B-989621F4E9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28223C-8516-473A-8E3D-917FDE64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8A467-0D41-4B91-96D7-B303C90DD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2060F-F5F4-438F-8CF8-C629496FE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2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A0BD41-8F2A-4389-8870-A78D8003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D8636E-8F0E-4A1B-983B-1ECD5337D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F4A07-B362-44E3-839D-847E1885E6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7FB1B-9211-4D57-8D31-8C550D300E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FD478-9ECA-47FF-80AA-7E1C56B375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666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1.wav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2.wav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BDB34-06F2-4CFB-A31B-88E81790D2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10300" dirty="0"/>
              <a:t>Bahasa </a:t>
            </a:r>
            <a:r>
              <a:rPr lang="en-US" sz="10300" dirty="0" err="1"/>
              <a:t>Inggris</a:t>
            </a:r>
            <a:endParaRPr lang="en-US" sz="103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1FC90A-1865-48AD-A793-3D3B209EF33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Are You Ready?</a:t>
            </a:r>
          </a:p>
        </p:txBody>
      </p:sp>
    </p:spTree>
    <p:extLst>
      <p:ext uri="{BB962C8B-B14F-4D97-AF65-F5344CB8AC3E}">
        <p14:creationId xmlns:p14="http://schemas.microsoft.com/office/powerpoint/2010/main" val="2313109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28C3279-81C0-4E4E-AF38-FBD766A622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5435"/>
            <a:ext cx="12192000" cy="6227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599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30000">
        <p:sndAc>
          <p:stSnd>
            <p:snd r:embed="rId2" name="explode.wav"/>
          </p:stSnd>
        </p:sndAc>
      </p:transition>
    </mc:Choice>
    <mc:Fallback xmlns="">
      <p:transition advTm="30000">
        <p:sndAc>
          <p:stSnd>
            <p:snd r:embed="rId4" name="explode.wav"/>
          </p:stSnd>
        </p:sndAc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3EE8FA-14BE-4D91-8B77-D6FE2458D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53039"/>
            <a:ext cx="12192000" cy="235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700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30000">
        <p:sndAc>
          <p:stSnd>
            <p:snd r:embed="rId2" name="click.wav"/>
          </p:stSnd>
        </p:sndAc>
      </p:transition>
    </mc:Choice>
    <mc:Fallback xmlns="">
      <p:transition advTm="30000">
        <p:sndAc>
          <p:stSnd>
            <p:snd r:embed="rId4" name="click.wav"/>
          </p:stSnd>
        </p:sndAc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F655D1-F8ED-4623-B120-D5104B8856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65358"/>
            <a:ext cx="12192000" cy="2727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5061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2" name="click.wav"/>
          </p:stSnd>
        </p:sndAc>
      </p:transition>
    </mc:Choice>
    <mc:Fallback>
      <p:transition advTm="30000">
        <p:sndAc>
          <p:stSnd>
            <p:snd r:embed="rId2" name="click.wav"/>
          </p:stSnd>
        </p:sndAc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6F39F9-9119-4307-86D0-A698676FF8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3867"/>
            <a:ext cx="12192000" cy="5850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385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2" name="click.wav"/>
          </p:stSnd>
        </p:sndAc>
      </p:transition>
    </mc:Choice>
    <mc:Fallback>
      <p:transition advTm="30000">
        <p:sndAc>
          <p:stSnd>
            <p:snd r:embed="rId2" name="click.wav"/>
          </p:stSnd>
        </p:sndAc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7A2B00-29E0-4AE6-BB82-CE22CABFB5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28423"/>
            <a:ext cx="12192000" cy="801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8394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2" name="click.wav"/>
          </p:stSnd>
        </p:sndAc>
      </p:transition>
    </mc:Choice>
    <mc:Fallback>
      <p:transition advTm="30000">
        <p:sndAc>
          <p:stSnd>
            <p:snd r:embed="rId2" name="click.wav"/>
          </p:stSnd>
        </p:sndAc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0B21DB-1DAE-43E4-BBD2-29798F343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07940"/>
            <a:ext cx="12192000" cy="2242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7306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2" name="click.wav"/>
          </p:stSnd>
        </p:sndAc>
      </p:transition>
    </mc:Choice>
    <mc:Fallback>
      <p:transition advTm="30000">
        <p:sndAc>
          <p:stSnd>
            <p:snd r:embed="rId2" name="click.wav"/>
          </p:stSnd>
        </p:sndAc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6496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2" name="click.wav"/>
          </p:stSnd>
        </p:sndAc>
      </p:transition>
    </mc:Choice>
    <mc:Fallback>
      <p:transition advTm="30000">
        <p:sndAc>
          <p:stSnd>
            <p:snd r:embed="rId2" name="click.wav"/>
          </p:stSnd>
        </p:sndAc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6</Words>
  <Application>Microsoft Office PowerPoint</Application>
  <PresentationFormat>Widescreen</PresentationFormat>
  <Paragraphs>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Bahasa Inggris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Matematika</dc:title>
  <dc:creator>123</dc:creator>
  <cp:lastModifiedBy>123</cp:lastModifiedBy>
  <cp:revision>42</cp:revision>
  <dcterms:created xsi:type="dcterms:W3CDTF">2026-04-27T06:14:16Z</dcterms:created>
  <dcterms:modified xsi:type="dcterms:W3CDTF">2026-04-27T07:37:04Z</dcterms:modified>
</cp:coreProperties>
</file>