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26ADE-86F7-4C7B-85C7-8BFFED46413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00152-5583-4B4B-A72B-EFD48442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91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07BE5-C363-4DE7-B556-88329AAAA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28BC3-4875-49E7-90FA-D9C7BF752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0A0E3-1938-4E60-8F41-E56EDAA10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98C49-B2A3-4910-8FD1-4DDE78C15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98CA6-4D9D-41E5-B842-BE8235395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4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B795A-9C05-429A-BAD4-6E0ED92B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CFBC1-335B-4881-BD15-71980DF5A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5951B-787A-411A-9486-F0611F639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E8DA8-5B55-4D25-BC79-D2ED85616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9E685-E88E-4BFE-9493-E14F034B3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89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60CCD-E9F7-4EBE-B13D-271C110F1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A7280-D0BC-4081-87B9-59EACDDEB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C0A46-98D3-4BB7-AE36-70273B8D8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7F5DF-2B69-4C10-BA6B-52FFFCD61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65E0C-1CFB-4C77-A49F-0C1AC8CE2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9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C2DC-0A68-4A0E-90E6-5827139BC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F6BEF-352A-4C04-BFB0-9AB40D1DC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54223-080A-49D3-A5BC-BF77F15D6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719AF-E716-4983-8A4B-E4BAC5FC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4867D-4E69-41CD-B5AB-72055069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58735-92BB-4813-8B0E-FAAE3BBB9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58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C26C7-DB41-4EDB-9204-BFB848B8C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B0027-F8B5-4704-8C0E-F28F9F3B4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D8206-1B59-42B5-A7E4-8FA28156B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BCD243-99CA-4EEA-9BDE-A45A792CC6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4903F6-4FF5-4359-913A-03F307923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990EEE-3DF4-457C-937A-08ACAAC1D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3E84E1-8BB8-446E-A676-F09DB730E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720FFE-283C-41FE-AD4B-693BA548C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5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598A4-5DD6-4CFD-A76D-86A5B91C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3E7DDB-3242-43C7-831F-A302A26DC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1AAC7-B4F7-43BB-8B2F-1514629E7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533C8-3FEE-4CE6-B32E-BDEA204B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574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C6614B-67A5-4A42-8EAC-74AAA3F7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7AABB-A7B2-4746-9A10-86270A058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A1FA0-9B09-4AA0-9437-375F7019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58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5EDB-5B34-48D1-B024-EEE7E895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4EBE6-79ED-4104-A7A7-34250F35F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F64BE-DE7D-4F9B-A7FA-629CEE67D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3EA3A-E261-4539-AA5B-CBF6D8EE1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C0BD8-A59C-4DC4-804A-985A3B74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ED5F4-463F-4777-8708-44DACE361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4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B75B5-9414-4CA1-B85B-EE168E8D2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C17BA1-9BD0-47F3-BD9F-7F5CCDD14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AF111-2D7C-49C1-A65C-F56969E78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689B0-D7A0-4A51-B10C-00B933050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9A2BA-FC67-472E-8AB3-681535B0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96C94-6043-467D-8CE1-3756A0F09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56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063C7-F278-4665-B81C-E3BD7233D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3F397-E6CE-4B5E-ADDC-B8D04F1B5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99A1F-5003-4233-986E-D87E59B8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919EC-35A3-4DC9-84AA-71A9BD637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C6455-BA9C-4DFE-A439-C71C1AA7A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F00092-ABB6-4D2D-A859-2B992716E1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A3020D-C261-49AA-8D8B-989621F4E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8223C-8516-473A-8E3D-917FDE64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8A467-0D41-4B91-96D7-B303C90DD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2060F-F5F4-438F-8CF8-C629496F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A0BD41-8F2A-4389-8870-A78D8003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8636E-8F0E-4A1B-983B-1ECD5337D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F4A07-B362-44E3-839D-847E1885E6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7FB1B-9211-4D57-8D31-8C550D300E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FD478-9ECA-47FF-80AA-7E1C56B37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66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BDB34-06F2-4CFB-A31B-88E81790D2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17900" dirty="0"/>
              <a:t>IPA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FC90A-1865-48AD-A793-3D3B209EF3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 The Next Scientist~</a:t>
            </a:r>
          </a:p>
        </p:txBody>
      </p:sp>
    </p:spTree>
    <p:extLst>
      <p:ext uri="{BB962C8B-B14F-4D97-AF65-F5344CB8AC3E}">
        <p14:creationId xmlns:p14="http://schemas.microsoft.com/office/powerpoint/2010/main" val="231310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55B528-EF99-9F86-DC94-528797E4C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68624"/>
            <a:ext cx="12192000" cy="232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9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explode.wav"/>
          </p:stSnd>
        </p:sndAc>
      </p:transition>
    </mc:Choice>
    <mc:Fallback xmlns="">
      <p:transition advTm="30000">
        <p:sndAc>
          <p:stSnd>
            <p:snd r:embed="rId4" name="explod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5FCBDF-2F39-4A22-63B5-128F06169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2538"/>
            <a:ext cx="12192000" cy="199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70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43970-0B70-0BD0-84A0-C64CE2C9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3EC888-A672-6821-050D-50CE8BDD9D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60167"/>
            <a:ext cx="12192000" cy="253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323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6BB04-B353-2336-FB30-6CF51FE47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9B796E-DE79-5AFA-8FDC-91890EF98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3410"/>
            <a:ext cx="12192000" cy="147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406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20033-179E-CFDB-5D0C-C4D1DC7F9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0B9AF4-B8D3-499D-F907-F23F0C5D0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1030"/>
            <a:ext cx="12192000" cy="363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410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005B3-2850-9258-BD85-761AE908B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306FB3-468B-6B7E-22B0-7FE24FFA0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20784"/>
            <a:ext cx="12192000" cy="241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946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6EE8C-FED0-BDAE-DA90-D08FD4C65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12FA24-52EA-F178-3F82-DD428572C1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1907"/>
            <a:ext cx="12192000" cy="295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255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37D21-7D0C-5DFA-711B-47FEB11BE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58697B-F5E4-44EF-EB73-712705819A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6863"/>
            <a:ext cx="12192000" cy="202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881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7EC0C-DF48-337A-E145-7761D1448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74706E-4460-77D2-9236-848B5A335B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6289"/>
            <a:ext cx="12192000" cy="302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673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7A80F-46F0-EB43-D168-D329F7AB8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7F39BB-9FD0-B084-66E5-EDD74D0A6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65634"/>
            <a:ext cx="12192000" cy="112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10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EACEF-A561-0A1B-555B-0B864A575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B33BA2-9DF4-2BA6-D3D8-71E63220E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1870"/>
            <a:ext cx="12192000" cy="201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030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FC6C0-4F9D-E1C3-695B-31B5BB15F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2A4C2A-368E-9B7B-FCB8-0F8162984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493" y="2085787"/>
            <a:ext cx="9593014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73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C1653-4090-70BF-2BFB-93C91699D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18EE5F-604A-CE5D-99DB-E18840BDF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4594"/>
            <a:ext cx="12192000" cy="242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255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89A8E-5884-6930-DCC0-2FE46C0E0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8AE74E-4E97-2EA4-6FF0-E7823E136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2514"/>
            <a:ext cx="12192000" cy="297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389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E6149-A7E8-8358-8123-5E1A34185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F24C42-3F5C-6F76-4C0E-2EA1A1A41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33453"/>
            <a:ext cx="12192000" cy="179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181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8E79A-0C29-4066-1587-754B6B51A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C9BC45-A0B5-237D-8594-4C56EBBC12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5530"/>
            <a:ext cx="12192000" cy="274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94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7B7CF-8993-0C4D-D21B-549E90018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B70800-2C57-5636-1376-B2DB4A373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7874"/>
            <a:ext cx="12192000" cy="202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33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791B1-FA87-B0B9-1B40-E95B2BAA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D3B413-83E2-787B-29F7-9BC3F3809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3124"/>
            <a:ext cx="12192000" cy="227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9684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2DB5F-87CF-90BB-14FB-7F8371B0C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59340F-0B9D-CAC4-64B8-D4D1DE7AD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27856"/>
            <a:ext cx="12192000" cy="240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358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BC305-DB13-F6DC-7221-4E7292340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518D35-0176-14ED-0924-BFA3C4878D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26379"/>
            <a:ext cx="12192000" cy="160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186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80EC4-EF62-F58C-76F4-8AC37C893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54AAE4-71A9-10A8-9A2D-DB3C4DAC27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5613"/>
            <a:ext cx="12192000" cy="144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396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4AD8A-39D6-9251-240C-60F5BEFE1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65F716-2BBE-B1F5-4E13-2E5598CDC0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4614"/>
            <a:ext cx="12192000" cy="352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10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37D5B-BA24-A4DB-B648-E365205C0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847CDB-596F-19FA-A569-C9074E62F8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5055"/>
            <a:ext cx="12192000" cy="354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795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0570F-14B3-13FD-4200-290D8C8A9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6DF0AC-9457-134B-A9F5-760A4ED208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0741"/>
            <a:ext cx="12192000" cy="317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89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66B5D-5887-2161-581F-034B5579E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CD2D87-7C37-3DBB-C550-DB2A5DB03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65" y="1904787"/>
            <a:ext cx="11603069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857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E12A5-853E-63B8-5D4F-C4C1E3843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4E51E2-5AED-16EF-63A5-B4471E764D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8494"/>
            <a:ext cx="12192000" cy="326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002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06065-05D3-1A8F-EBD3-AFE244344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364B05-1B5B-BF63-B45C-293F4CACE6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4025"/>
            <a:ext cx="12192000" cy="428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21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5908C-0BEE-8643-E5D5-90D83CE7F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81FDF2-EBB9-02D0-FF80-696773A1E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6525"/>
            <a:ext cx="12192000" cy="222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351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E902E-3092-9B05-2C59-C8F864F5A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C277D7-E80A-28B3-9668-604995589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64627"/>
            <a:ext cx="12192000" cy="112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99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DCCD8-995B-C609-BBF7-34EBAE90D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417018-CDC9-4B7B-8873-99A75BECC4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24" y="1342734"/>
            <a:ext cx="10583752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12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AD8F7-FC59-01E1-C121-12636EF41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7C813B-7F21-1EC3-DDB5-946AB523B7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94891"/>
            <a:ext cx="12192000" cy="126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904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D3317-95CE-6CBC-F2A4-FAA3CE167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6AD318-AA9E-941A-CEA3-A9D7F5873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1875"/>
            <a:ext cx="12192000" cy="355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410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3B46D-1E79-3931-D5A1-A7BC8F99A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65981B-4B03-F2FD-A88D-C956F6CE4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2209"/>
            <a:ext cx="12192000" cy="379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409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6D57F-9150-E053-3CE6-E6D4C074E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7D12D9-3B20-72D4-254F-3C5AA7CB56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4248"/>
            <a:ext cx="12192000" cy="372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658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BF1A0-FC46-38DD-29C0-35B374211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22FC41-F284-DF17-68C1-6D661A5F25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25046"/>
            <a:ext cx="12192000" cy="160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911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6</Words>
  <Application>Microsoft Office PowerPoint</Application>
  <PresentationFormat>Widescreen</PresentationFormat>
  <Paragraphs>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IPA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Matematika</dc:title>
  <dc:creator>123</dc:creator>
  <cp:lastModifiedBy>emhatek</cp:lastModifiedBy>
  <cp:revision>65</cp:revision>
  <dcterms:created xsi:type="dcterms:W3CDTF">2026-04-27T06:14:16Z</dcterms:created>
  <dcterms:modified xsi:type="dcterms:W3CDTF">2026-04-27T08:48:58Z</dcterms:modified>
</cp:coreProperties>
</file>