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1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26ADE-86F7-4C7B-85C7-8BFFED46413B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00152-5583-4B4B-A72B-EFD484423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91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230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99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4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707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276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335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83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709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716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3385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913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249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749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29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972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232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495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624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851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7879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4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5964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471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431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984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7678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00152-5583-4B4B-A72B-EFD48442328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6942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7BE5-C363-4DE7-B556-88329AAAAE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028BC3-4875-49E7-90FA-D9C7BF752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0A0E3-1938-4E60-8F41-E56EDAA10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98C49-B2A3-4910-8FD1-4DDE78C1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98CA6-4D9D-41E5-B842-BE823539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04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B795A-9C05-429A-BAD4-6E0ED92B9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FBC1-335B-4881-BD15-71980DF5A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951B-787A-411A-9486-F0611F639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E8DA8-5B55-4D25-BC79-D2ED8561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9E685-E88E-4BFE-9493-E14F034B3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88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CCD-E9F7-4EBE-B13D-271C110F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7280-D0BC-4081-87B9-59EACDDE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C0A46-98D3-4BB7-AE36-70273B8D8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7F5DF-2B69-4C10-BA6B-52FFFCD61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65E0C-1CFB-4C77-A49F-0C1AC8CE2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92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3C2DC-0A68-4A0E-90E6-5827139B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6BEF-352A-4C04-BFB0-9AB40D1DCA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E54223-080A-49D3-A5BC-BF77F15D6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719AF-E716-4983-8A4B-E4BAC5F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4867D-4E69-41CD-B5AB-720550696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058735-92BB-4813-8B0E-FAAE3BBB9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58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26C7-DB41-4EDB-9204-BFB848B8C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B0027-F8B5-4704-8C0E-F28F9F3B4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1D8206-1B59-42B5-A7E4-8FA28156B7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BCD243-99CA-4EEA-9BDE-A45A792CC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03F6-4FF5-4359-913A-03F307923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990EEE-3DF4-457C-937A-08ACAAC1D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E84E1-8BB8-446E-A676-F09DB730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720FFE-283C-41FE-AD4B-693BA548C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59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98A4-5DD6-4CFD-A76D-86A5B91C2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3E7DDB-3242-43C7-831F-A302A26DC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AAC7-B4F7-43BB-8B2F-1514629E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8533C8-3FEE-4CE6-B32E-BDEA204B6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574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C6614B-67A5-4A42-8EAC-74AAA3F7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B7AABB-A7B2-4746-9A10-86270A05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0A1FA0-9B09-4AA0-9437-375F7019E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258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5EDB-5B34-48D1-B024-EEE7E895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4EBE6-79ED-4104-A7A7-34250F35F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F64BE-DE7D-4F9B-A7FA-629CEE67D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3EA3A-E261-4539-AA5B-CBF6D8EE1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C0BD8-A59C-4DC4-804A-985A3B749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ED5F4-463F-4777-8708-44DACE36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75B5-9414-4CA1-B85B-EE168E8D2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C17BA1-9BD0-47F3-BD9F-7F5CCDD14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1AF111-2D7C-49C1-A65C-F56969E78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689B0-D7A0-4A51-B10C-00B933050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19A2BA-FC67-472E-8AB3-681535B07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F96C94-6043-467D-8CE1-3756A0F09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156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063C7-F278-4665-B81C-E3BD7233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3F397-E6CE-4B5E-ADDC-B8D04F1B5F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99A1F-5003-4233-986E-D87E59B8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919EC-35A3-4DC9-84AA-71A9BD637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C6455-BA9C-4DFE-A439-C71C1AA7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8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F00092-ABB6-4D2D-A859-2B992716E1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A3020D-C261-49AA-8D8B-989621F4E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8223C-8516-473A-8E3D-917FDE64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8A467-0D41-4B91-96D7-B303C90DD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2060F-F5F4-438F-8CF8-C629496F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2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A0BD41-8F2A-4389-8870-A78D8003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8636E-8F0E-4A1B-983B-1ECD5337D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F4A07-B362-44E3-839D-847E1885E6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2F3BDA-12C9-405F-A39D-DD075A1734C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7FB1B-9211-4D57-8D31-8C550D300E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FD478-9ECA-47FF-80AA-7E1C56B37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99E34E-CF29-4F60-A8D5-BD885A076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audio" Target="../media/audio2.wav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BDB34-06F2-4CFB-A31B-88E81790D2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12400" dirty="0" err="1"/>
              <a:t>Matematika</a:t>
            </a:r>
            <a:endParaRPr lang="en-US" sz="1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1FC90A-1865-48AD-A793-3D3B209EF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siap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13109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C9F2F-EFA3-4E16-AB04-B0010273A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2409"/>
            <a:ext cx="12192000" cy="1113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59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explode.wav"/>
          </p:stSnd>
        </p:sndAc>
      </p:transition>
    </mc:Choice>
    <mc:Fallback xmlns="">
      <p:transition advTm="30000">
        <p:sndAc>
          <p:stSnd>
            <p:snd r:embed="rId4" name="explode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6508DA-015B-46C5-84F5-503124C16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4478"/>
            <a:ext cx="12192000" cy="1429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700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2F7E2F-FCF7-4FF4-8E00-564380C2A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3188"/>
            <a:ext cx="12192000" cy="1111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700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2" name="click.wav"/>
          </p:stSnd>
        </p:sndAc>
      </p:transition>
    </mc:Choice>
    <mc:Fallback xmlns="">
      <p:transition advTm="30000">
        <p:sndAc>
          <p:stSnd>
            <p:snd r:embed="rId4" name="click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52F28D-E3D4-445B-93B9-42497A7B3E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38717"/>
            <a:ext cx="12192000" cy="138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0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0000">
        <p:sndAc>
          <p:stSnd>
            <p:snd r:embed="rId3" name="click.wav"/>
          </p:stSnd>
        </p:sndAc>
      </p:transition>
    </mc:Choice>
    <mc:Fallback xmlns="">
      <p:transition advTm="30000">
        <p:sndAc>
          <p:stSnd>
            <p:snd r:embed="rId5" name="click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1E9ED-584E-453A-A4A5-97CA2BFEA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73444"/>
            <a:ext cx="12192000" cy="1111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6622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B83B32-2BFA-4A40-9834-F95CB2B1A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81127"/>
            <a:ext cx="12192000" cy="109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972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79DB77-2AC4-4A5C-9E2D-E27027474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21285"/>
            <a:ext cx="12192000" cy="201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30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0F99D-5F59-4E7D-96C5-DF9E2D457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454557"/>
            <a:ext cx="12192000" cy="394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78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0B8B0E-F81E-499D-8585-362C1AF9F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5650"/>
            <a:ext cx="12192000" cy="86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102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3F08E9-2DE4-4A23-BD8A-8D95AB390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17995"/>
            <a:ext cx="12192000" cy="162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0741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F9F92-BEB6-451C-B2E5-FF899C099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96781"/>
            <a:ext cx="12192000" cy="166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3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2AD35-D061-4DF2-A4B8-5099597B4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85133"/>
            <a:ext cx="12192000" cy="1087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4885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06035-E332-4983-99BC-7FC1D425F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29013"/>
            <a:ext cx="12192000" cy="139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257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12672E-7219-41D3-B42E-13BFBB7DB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37242"/>
            <a:ext cx="12192000" cy="118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3304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3782D1-ED34-4780-95D5-EEFC4346B9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5782"/>
            <a:ext cx="12192000" cy="52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9601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F3C183-B9D0-440F-83EB-74F8C49FF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93722"/>
            <a:ext cx="12192000" cy="107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7667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AFAFD-F79E-4200-92E4-B70873136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96908"/>
            <a:ext cx="12192000" cy="126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137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B8271-A87F-4DB4-9412-60F9A6C53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81845"/>
            <a:ext cx="12192000" cy="5094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3783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117C2D-6273-4834-9497-BC8887C7B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08926"/>
            <a:ext cx="12192000" cy="1640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119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A0DE96-E64B-4B41-9B63-ABBA100AA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67233"/>
            <a:ext cx="12192000" cy="432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6524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7F9AA1-34BE-4F54-98BD-0C7B8B0FA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21782"/>
            <a:ext cx="12192000" cy="241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019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992F88-19B5-4C46-80C5-1315B1571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83592"/>
            <a:ext cx="12192000" cy="289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88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2852B4-7AB0-4DEC-ADBD-A46CD1F49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2614"/>
            <a:ext cx="12192000" cy="341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172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A1828-4696-4D53-B4F8-538CFFB42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99376"/>
            <a:ext cx="12192000" cy="305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3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0544BF-4AC8-48F7-A7FD-54FCADAFA9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08457"/>
            <a:ext cx="12192000" cy="204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204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0396D1-174A-4D8C-AB98-CC72D1CC0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54757"/>
            <a:ext cx="12192000" cy="274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21CF7D-4076-429E-A9C8-C0A3B5FB2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17575"/>
            <a:ext cx="12192000" cy="262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1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0ECAC3-35AC-4B63-AC17-1DCDEFF1B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97908"/>
            <a:ext cx="12192000" cy="86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45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A53970-EFAF-4332-82C8-F22E5BC2F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91448"/>
            <a:ext cx="12192000" cy="12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642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10-F6C9-42C5-8659-4F56739B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1AE1-689D-47F9-8C68-7357761C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BB7BFF-665F-4274-8955-C2C9BF47A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731211"/>
            <a:ext cx="12192000" cy="1395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733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30000">
        <p:sndAc>
          <p:stSnd>
            <p:snd r:embed="rId3" name="click.wav"/>
          </p:stSnd>
        </p:sndAc>
      </p:transition>
    </mc:Choice>
    <mc:Fallback>
      <p:transition advTm="30000">
        <p:sndAc>
          <p:stSnd>
            <p:snd r:embed="rId3" name="click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31</Words>
  <Application>Microsoft Office PowerPoint</Application>
  <PresentationFormat>Widescreen</PresentationFormat>
  <Paragraphs>29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Matematika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Matematika</dc:title>
  <dc:creator>123</dc:creator>
  <cp:lastModifiedBy>123</cp:lastModifiedBy>
  <cp:revision>34</cp:revision>
  <dcterms:created xsi:type="dcterms:W3CDTF">2026-04-27T06:14:16Z</dcterms:created>
  <dcterms:modified xsi:type="dcterms:W3CDTF">2026-04-27T07:28:40Z</dcterms:modified>
</cp:coreProperties>
</file>