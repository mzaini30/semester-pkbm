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26ADE-86F7-4C7B-85C7-8BFFED46413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00152-5583-4B4B-A72B-EFD48442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1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7BE5-C363-4DE7-B556-88329AAAA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28BC3-4875-49E7-90FA-D9C7BF752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A0E3-1938-4E60-8F41-E56EDAA10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98C49-B2A3-4910-8FD1-4DDE78C1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8CA6-4D9D-41E5-B842-BE823539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4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795A-9C05-429A-BAD4-6E0ED92B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FBC1-335B-4881-BD15-71980DF5A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5951B-787A-411A-9486-F0611F63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E8DA8-5B55-4D25-BC79-D2ED8561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9E685-E88E-4BFE-9493-E14F034B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8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0CCD-E9F7-4EBE-B13D-271C110F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A7280-D0BC-4081-87B9-59EACDDE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C0A46-98D3-4BB7-AE36-70273B8D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7F5DF-2B69-4C10-BA6B-52FFFCD61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65E0C-1CFB-4C77-A49F-0C1AC8CE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9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C2DC-0A68-4A0E-90E6-5827139BC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6BEF-352A-4C04-BFB0-9AB40D1DC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54223-080A-49D3-A5BC-BF77F15D6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719AF-E716-4983-8A4B-E4BAC5FC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4867D-4E69-41CD-B5AB-72055069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58735-92BB-4813-8B0E-FAAE3BBB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5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26C7-DB41-4EDB-9204-BFB848B8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B0027-F8B5-4704-8C0E-F28F9F3B4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D8206-1B59-42B5-A7E4-8FA28156B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CD243-99CA-4EEA-9BDE-A45A792CC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903F6-4FF5-4359-913A-03F307923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90EEE-3DF4-457C-937A-08ACAAC1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E84E1-8BB8-446E-A676-F09DB730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20FFE-283C-41FE-AD4B-693BA548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5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98A4-5DD6-4CFD-A76D-86A5B91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E7DDB-3242-43C7-831F-A302A26D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AAC7-B4F7-43BB-8B2F-1514629E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533C8-3FEE-4CE6-B32E-BDEA204B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7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C6614B-67A5-4A42-8EAC-74AAA3F7F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7AABB-A7B2-4746-9A10-86270A058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A1FA0-9B09-4AA0-9437-375F7019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5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5EDB-5B34-48D1-B024-EEE7E895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4EBE6-79ED-4104-A7A7-34250F35F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2F64BE-DE7D-4F9B-A7FA-629CEE67D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3EA3A-E261-4539-AA5B-CBF6D8EE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C0BD8-A59C-4DC4-804A-985A3B74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ED5F4-463F-4777-8708-44DACE36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75B5-9414-4CA1-B85B-EE168E8D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17BA1-9BD0-47F3-BD9F-7F5CCDD14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AF111-2D7C-49C1-A65C-F56969E78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689B0-D7A0-4A51-B10C-00B93305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9A2BA-FC67-472E-8AB3-681535B0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96C94-6043-467D-8CE1-3756A0F0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5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63C7-F278-4665-B81C-E3BD7233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3F397-E6CE-4B5E-ADDC-B8D04F1B5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99A1F-5003-4233-986E-D87E59B8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919EC-35A3-4DC9-84AA-71A9BD63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C6455-BA9C-4DFE-A439-C71C1AA7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00092-ABB6-4D2D-A859-2B992716E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3020D-C261-49AA-8D8B-989621F4E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8223C-8516-473A-8E3D-917FDE64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8A467-0D41-4B91-96D7-B303C90D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2060F-F5F4-438F-8CF8-C629496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0BD41-8F2A-4389-8870-A78D8003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8636E-8F0E-4A1B-983B-1ECD5337D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F4A07-B362-44E3-839D-847E1885E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F3BDA-12C9-405F-A39D-DD075A1734C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FB1B-9211-4D57-8D31-8C550D300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D478-9ECA-47FF-80AA-7E1C56B37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9E34E-CF29-4F60-A8D5-BD885A076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6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DB34-06F2-4CFB-A31B-88E81790D2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17900" dirty="0"/>
              <a:t>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FC90A-1865-48AD-A793-3D3B209EF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Ilmu Mengendalikan Masyarakat 😲</a:t>
            </a:r>
          </a:p>
        </p:txBody>
      </p:sp>
    </p:spTree>
    <p:extLst>
      <p:ext uri="{BB962C8B-B14F-4D97-AF65-F5344CB8AC3E}">
        <p14:creationId xmlns:p14="http://schemas.microsoft.com/office/powerpoint/2010/main" val="231310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9B774-390A-4434-4B99-6157F2974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0615"/>
            <a:ext cx="12192000" cy="373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9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explode.wav"/>
          </p:stSnd>
        </p:sndAc>
      </p:transition>
    </mc:Choice>
    <mc:Fallback xmlns="">
      <p:transition advTm="30000">
        <p:sndAc>
          <p:stSnd>
            <p:snd r:embed="rId4" name="explod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7C9E4A-C0C4-8434-11ED-3FAA7C858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4961"/>
            <a:ext cx="12192000" cy="264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0">
        <p:sndAc>
          <p:stSnd>
            <p:snd r:embed="rId2" name="click.wav"/>
          </p:stSnd>
        </p:sndAc>
      </p:transition>
    </mc:Choice>
    <mc:Fallback xmlns="">
      <p:transition advTm="30000">
        <p:sndAc>
          <p:stSnd>
            <p:snd r:embed="rId4" name="click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69A90-259E-444F-747E-871BA4D43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07191D-8EFF-ACE7-6ECB-7AFE15628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7878"/>
            <a:ext cx="12192000" cy="116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57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775E-FB24-DA7A-BCC3-EF1DFC9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FAEEA1-8755-15D5-3B56-C90BE2518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3657"/>
            <a:ext cx="12192000" cy="175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68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CD9D1-10B9-452E-99DC-D96D5697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EE9E31-451E-8E6A-270C-0E85B4243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2158"/>
            <a:ext cx="12192000" cy="13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85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5A6A9-0848-7F3C-7BBA-9F91E6ED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10E4B9-BDCC-A033-2621-7AF3D9BF2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6362"/>
            <a:ext cx="12192000" cy="222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39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0B93-0F83-60CA-AA42-A16632C8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AD74C5-7169-0246-3A1F-EE4E32EC0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674"/>
            <a:ext cx="12192000" cy="326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77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503B-2CF6-D80F-4AEE-197E2C2E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6DCE66-0EE3-C7EF-5077-E815D4941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5044"/>
            <a:ext cx="12192000" cy="252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41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4F666-8E64-93B3-5023-FDBCCC5D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DD712-EB40-E64D-23A0-DE735ECA1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13182"/>
            <a:ext cx="12192000" cy="143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01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2B22-9198-39AF-0F1A-B6CDAE79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1A14B6-54AC-E70A-29AD-5C9908777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1953"/>
            <a:ext cx="12192000" cy="275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A57B1-90AE-0591-E02B-396B529D2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07B522-412D-CE33-D9E8-0D5EF475C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3638"/>
            <a:ext cx="12192000" cy="201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30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A1D32-B602-22D0-983B-5826D463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E29342-FF23-3A76-6F4C-A90FF763D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6386"/>
            <a:ext cx="12192000" cy="84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2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6105-5E06-9C58-A742-627EE66D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5F3BE9-1F6C-6A1F-E724-3DF355FE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0039"/>
            <a:ext cx="12192000" cy="189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60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F213-A3F3-FD40-E649-C300CD4A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7F69E2-4ADF-1686-DDEE-A2B8A445E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9235"/>
            <a:ext cx="12192000" cy="223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72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72EEF-A2F2-2FD6-6C8E-FB970BEE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75ABA-DE97-5042-7285-A539DB576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8393"/>
            <a:ext cx="12192000" cy="312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30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39A6-E3BF-CB7C-302E-B241985C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99E629-F4F3-22A7-1123-8A1FEA9F7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0"/>
            <a:ext cx="1219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73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BA340-5BFC-CC95-1A9B-598DC386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6F9D9-0BEE-0A2A-9C63-D75CE1E50B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2113"/>
            <a:ext cx="12192000" cy="287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45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6F0D-3489-0FA3-A275-02E95906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B334C8-D543-0ED6-B5EE-9E8FD1496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4190"/>
            <a:ext cx="12192000" cy="218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76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1BAA2-E30F-481E-0BAC-279ABDAB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748F54-7E8A-F0BA-24DB-99D1304DF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5677"/>
            <a:ext cx="12192000" cy="272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48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9712E-D4C3-105C-68C1-084338A4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E5C640-441F-9CD9-012F-C33112B83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2346"/>
            <a:ext cx="12192000" cy="225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4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5473B-9698-75BF-B2C1-54237E7C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FED83-3FE3-D8FA-1650-41A8408F0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7926"/>
            <a:ext cx="12192000" cy="144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09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5486-4F7C-036A-4B9E-1101CDFB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2F867B-C64A-F190-3BF6-6F792E7BF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4929"/>
            <a:ext cx="12192000" cy="242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73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6DBA9-DC52-D5DD-D501-8F2A3D48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32D8A-D628-BF99-A495-BD1514200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3606"/>
            <a:ext cx="12192000" cy="265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78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C1B4A-CBA0-2B1A-4714-42C6DBBD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F1F9DE-5E3E-8933-8683-BABEC0FF2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6125"/>
            <a:ext cx="12192000" cy="1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43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0DF66-9EC7-0D51-0FC3-47634D37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AA057-FD00-26FF-E94F-BBFC498D8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9347"/>
            <a:ext cx="12192000" cy="237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78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3633D-2CAE-5B1F-1622-0480178FE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1476A3-F7A1-0017-1F08-EB9FCF74D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4280"/>
            <a:ext cx="12192000" cy="168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40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455B7-7C8B-E2C8-0438-5C6FC17B4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5047B0-C7ED-CE0D-7984-960FB8E9A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73399"/>
            <a:ext cx="12192000" cy="211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7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E1AA-5D6D-A954-08DD-9C60B538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7C9126-FFF5-F3D1-0AA6-F16CD1BE6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5394"/>
            <a:ext cx="12192000" cy="174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06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7060-EE4B-36F1-7858-6F98E99B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72256-EB05-509C-6306-44738C634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7648"/>
            <a:ext cx="12192000" cy="268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2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E26F-A704-CE4E-7292-934C261A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F276CE-85BC-4A85-E6BE-7C569C774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7803"/>
            <a:ext cx="12192000" cy="204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75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B219-838C-37D3-4017-C670C928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D3C08B-DA68-30E5-884C-4FE9866D6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4693"/>
            <a:ext cx="12192000" cy="310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17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21A93-D5BB-E495-019E-017B60E8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3BAD02-2566-4638-6B65-036D3C97F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13365"/>
            <a:ext cx="12192000" cy="163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40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355D-369C-2E72-684E-F99748D4F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530E4-B1F3-ED79-F0F8-1FACEE960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1717"/>
            <a:ext cx="12192000" cy="117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30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963A5-5B91-98C9-2720-DA5B07CC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983EA-FB5E-30ED-5BDC-B8336551E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4011"/>
            <a:ext cx="12192000" cy="344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80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6875-A327-07AA-3B21-EEACE487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923B47-EA5B-7481-3D84-AF30D4D62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4578"/>
            <a:ext cx="12192000" cy="216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11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B6CD-61B8-720E-53C3-042DCED9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C0648-525E-003F-F183-7238F8410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0943"/>
            <a:ext cx="12192000" cy="209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7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57A7-E8EF-07E0-41BA-DA7B95F8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DB515-C86D-6D0E-83CE-D81CF1F9C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7305"/>
            <a:ext cx="12192000" cy="122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10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F08F-A6C2-3D5D-E783-B2460255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272105-1D8F-36ED-AC27-A4159B272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818"/>
            <a:ext cx="12192000" cy="260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28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D6E05-949C-776C-034C-3DD93FC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95124-A7A5-DB0E-9821-9B54853AA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521"/>
            <a:ext cx="12192000" cy="334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9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0E9F-D4D5-425F-E39E-D650207C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908A22-2652-BE5E-A1D0-3887ABFF8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3956"/>
            <a:ext cx="12192000" cy="219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13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000">
        <p:sndAc>
          <p:stSnd>
            <p:snd r:embed="rId2" name="click.wav"/>
          </p:stSnd>
        </p:sndAc>
      </p:transition>
    </mc:Choice>
    <mc:Fallback>
      <p:transition advTm="30000">
        <p:sndAc>
          <p:stSnd>
            <p:snd r:embed="rId2" name="click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</Words>
  <Application>Microsoft Office PowerPoint</Application>
  <PresentationFormat>Widescreen</PresentationFormat>
  <Paragraphs>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</dc:title>
  <dc:creator>123</dc:creator>
  <cp:lastModifiedBy>emhatek</cp:lastModifiedBy>
  <cp:revision>39</cp:revision>
  <dcterms:created xsi:type="dcterms:W3CDTF">2026-04-27T06:14:16Z</dcterms:created>
  <dcterms:modified xsi:type="dcterms:W3CDTF">2026-04-27T08:58:28Z</dcterms:modified>
</cp:coreProperties>
</file>