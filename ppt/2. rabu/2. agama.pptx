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26ADE-86F7-4C7B-85C7-8BFFED46413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00152-5583-4B4B-A72B-EFD48442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7BE5-C363-4DE7-B556-88329AAA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28BC3-4875-49E7-90FA-D9C7BF75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A0E3-1938-4E60-8F41-E56EDAA1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98C49-B2A3-4910-8FD1-4DDE78C1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8CA6-4D9D-41E5-B842-BE823539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4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795A-9C05-429A-BAD4-6E0ED92B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FBC1-335B-4881-BD15-71980DF5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951B-787A-411A-9486-F0611F63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8DA8-5B55-4D25-BC79-D2ED8561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9E685-E88E-4BFE-9493-E14F034B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0CCD-E9F7-4EBE-B13D-271C110F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7280-D0BC-4081-87B9-59EACDDE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0A46-98D3-4BB7-AE36-70273B8D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7F5DF-2B69-4C10-BA6B-52FFFCD6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5E0C-1CFB-4C77-A49F-0C1AC8CE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9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C2DC-0A68-4A0E-90E6-5827139B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6BEF-352A-4C04-BFB0-9AB40D1DC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54223-080A-49D3-A5BC-BF77F15D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719AF-E716-4983-8A4B-E4BAC5F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4867D-4E69-41CD-B5AB-72055069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58735-92BB-4813-8B0E-FAAE3BBB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5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26C7-DB41-4EDB-9204-BFB848B8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B0027-F8B5-4704-8C0E-F28F9F3B4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D8206-1B59-42B5-A7E4-8FA28156B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CD243-99CA-4EEA-9BDE-A45A792CC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903F6-4FF5-4359-913A-03F307923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90EEE-3DF4-457C-937A-08ACAAC1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E84E1-8BB8-446E-A676-F09DB730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20FFE-283C-41FE-AD4B-693BA548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5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98A4-5DD6-4CFD-A76D-86A5B91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E7DDB-3242-43C7-831F-A302A26D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AAC7-B4F7-43BB-8B2F-1514629E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533C8-3FEE-4CE6-B32E-BDEA204B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7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6614B-67A5-4A42-8EAC-74AAA3F7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AABB-A7B2-4746-9A10-86270A05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1FA0-9B09-4AA0-9437-375F7019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5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5EDB-5B34-48D1-B024-EEE7E895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EBE6-79ED-4104-A7A7-34250F35F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F64BE-DE7D-4F9B-A7FA-629CEE67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3EA3A-E261-4539-AA5B-CBF6D8EE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C0BD8-A59C-4DC4-804A-985A3B74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ED5F4-463F-4777-8708-44DACE36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75B5-9414-4CA1-B85B-EE168E8D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17BA1-9BD0-47F3-BD9F-7F5CCDD1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AF111-2D7C-49C1-A65C-F56969E78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89B0-D7A0-4A51-B10C-00B93305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9A2BA-FC67-472E-8AB3-681535B0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96C94-6043-467D-8CE1-3756A0F0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63C7-F278-4665-B81C-E3BD7233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3F397-E6CE-4B5E-ADDC-B8D04F1B5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99A1F-5003-4233-986E-D87E59B8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19EC-35A3-4DC9-84AA-71A9BD63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6455-BA9C-4DFE-A439-C71C1AA7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00092-ABB6-4D2D-A859-2B992716E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3020D-C261-49AA-8D8B-989621F4E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223C-8516-473A-8E3D-917FDE64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8A467-0D41-4B91-96D7-B303C90D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2060F-F5F4-438F-8CF8-C629496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0BD41-8F2A-4389-8870-A78D8003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8636E-8F0E-4A1B-983B-1ECD5337D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4A07-B362-44E3-839D-847E1885E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FB1B-9211-4D57-8D31-8C550D300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D478-9ECA-47FF-80AA-7E1C56B37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6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DB34-06F2-4CFB-A31B-88E81790D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7900" dirty="0"/>
              <a:t>Agama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FC90A-1865-48AD-A793-3D3B209EF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r-SA" dirty="0"/>
              <a:t>ان الدين عند الله الاسلام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0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43E20-209F-3AD4-891A-1BAE2B4AB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041"/>
            <a:ext cx="12192000" cy="423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9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explode.wav"/>
          </p:stSnd>
        </p:sndAc>
      </p:transition>
    </mc:Choice>
    <mc:Fallback xmlns="">
      <p:transition advTm="30000">
        <p:sndAc>
          <p:stSnd>
            <p:snd r:embed="rId4" name="explod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D9ADD-8B8C-DEEC-D358-66E4CE9F1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4881"/>
            <a:ext cx="12192000" cy="590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6F09-0B73-64AF-25EE-E5A76E9A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07E386-6EBB-54C5-0F6A-8C71A1F15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051" y="0"/>
            <a:ext cx="7341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08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AF88-78D5-CA9B-26BE-9005BBA2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A632FC-3E90-D045-CE5A-E58E6CA6C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560"/>
            <a:ext cx="12192000" cy="539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18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D620-37AC-DCF7-E059-BBB4EE0A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B99BB1-037F-48DB-43D5-B7AE5907B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535"/>
            <a:ext cx="12192000" cy="451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85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09D0-ADF6-A767-C6D0-08CF8596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A6077-68EB-F203-D02C-3202B83FC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8278"/>
            <a:ext cx="12192000" cy="416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9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7191-3F01-69E6-AE0C-4511248A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63FF45-E5B4-0B3C-2565-2D7E5ED7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471"/>
            <a:ext cx="12192000" cy="599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01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E1933-CDE8-D46B-7019-57B0CD28F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44219-A37B-F0BA-E833-F017EA5CE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182"/>
            <a:ext cx="12192000" cy="551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14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1B224-44B5-F46B-1BF4-4F30FB5D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5D3AED-FDCE-B7E8-0845-889C0308D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2708"/>
            <a:ext cx="12192000" cy="473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64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0E57-C131-B7EC-0099-9A0D45BC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94F8BD-5284-150C-C61F-0B9D8A9CD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50" y="0"/>
            <a:ext cx="1158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21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A997-1E08-53E0-C48F-6CB3730E5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AF7532-1466-4A9B-FD9E-84DFACE60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3258"/>
            <a:ext cx="12192000" cy="333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19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DD306-2B58-D752-69A6-3BE3FF9DE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6CC8E-CFF4-C133-BA41-738F9F42F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166"/>
            <a:ext cx="12192000" cy="580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92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61BA-1324-3810-0320-ED297943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F77DE-D151-3DD9-8DB5-97D404F85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851"/>
            <a:ext cx="12192000" cy="448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82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8E05-2B35-4320-657B-78D13CEC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E45A0-A110-C9BC-AAD3-E4C4A3EEC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326"/>
            <a:ext cx="12192000" cy="63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62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9418D-205B-E5BB-150D-BD9C58CF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816BAD-F90E-DA54-F22B-04BAB070E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92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F1A4-4C0B-1A2B-B571-825B2EC6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8E0599-94DE-0EEB-BC6C-8DB6B2E85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004"/>
            <a:ext cx="12192000" cy="445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73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8B0B-5D14-F970-236A-6388F404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712EB0-8F81-985E-C9D2-29E0B4E99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667"/>
            <a:ext cx="12192000" cy="643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33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D578-4E78-0A1D-E68A-0384E3D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25E3EA-8A6E-11CC-35CB-E99F0D95F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94" y="0"/>
            <a:ext cx="11860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2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A1FF-B5A8-32F2-9F2B-1D0C66616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AB3699-C55B-2976-C4D6-EDDDDEE70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67" y="218627"/>
            <a:ext cx="9069066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96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5A5B-AA87-3188-A667-FB22AFE5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2B690-D439-FBAD-CD9C-6F58898BE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472"/>
            <a:ext cx="12192000" cy="337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73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A732-079F-8279-08D6-12B4DAA06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8D3DCE-B1C8-4AC7-C083-7161A5A63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94" y="0"/>
            <a:ext cx="11955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26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</Words>
  <Application>Microsoft Office PowerPoint</Application>
  <PresentationFormat>Widescreen</PresentationFormat>
  <Paragraphs>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Agama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</dc:title>
  <dc:creator>123</dc:creator>
  <cp:lastModifiedBy>emhatek</cp:lastModifiedBy>
  <cp:revision>44</cp:revision>
  <dcterms:created xsi:type="dcterms:W3CDTF">2026-04-27T06:14:16Z</dcterms:created>
  <dcterms:modified xsi:type="dcterms:W3CDTF">2026-04-27T09:07:05Z</dcterms:modified>
</cp:coreProperties>
</file>